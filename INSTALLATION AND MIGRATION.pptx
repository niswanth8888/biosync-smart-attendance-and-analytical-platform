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8T17:03:19.3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62 24464,'16525'0'0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8T17:03:48.3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24245,'0'2983'0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8T17:03:49.8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8T17:03:55.0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24410,'16744'0'0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8T17:03:58.4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8T17:03:59.0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8T17:04:01.8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1F940-B5D8-1660-DC6E-460C77CD9B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C6DD77-4221-C9E6-0694-DD402FD26A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E9EB3F-33DB-7B27-7D22-1D7721355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D36B4-64E1-4265-9A54-2502BD81409F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7C9411-5649-DFE7-97A8-E0966A437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F8767A-6368-EAE0-78F0-E03B8E80A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8FF64-65CB-4CD8-8FAD-944AF28EC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6535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E0A4E-C1DB-8DE5-E471-18C86A519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504A43-5A3D-DE9B-4BFA-344CCD722C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61E5A-9115-26DB-2CE6-03FB6584A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D36B4-64E1-4265-9A54-2502BD81409F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0C9080-80FC-C0C1-8DFB-E5DEF3979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CCACB7-11F2-8E9F-4ADC-4217D8AC7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8FF64-65CB-4CD8-8FAD-944AF28EC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1909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0CB38-A5D7-94AD-5949-A355A5953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0C5BF2-20A3-D7F8-7957-BF135ECE7A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366F5-CECA-F26D-52E0-90D42DA2F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D36B4-64E1-4265-9A54-2502BD81409F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802B9E-2745-7303-B2CF-C47C1685B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69152-9870-DCBA-1114-18EC54315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8FF64-65CB-4CD8-8FAD-944AF28EC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5460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273C1-5F8D-AD9B-DD0C-594813226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8FF9AA-C32B-CC55-376E-80BD096759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1511BE-4836-DF96-C9FF-58BD7477A3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436913-C5EF-8614-1384-8BD63E5C4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D36B4-64E1-4265-9A54-2502BD81409F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0AA7BD-EDFF-5666-56E6-1BB525851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66464A-D618-3618-360D-298A90ED8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8FF64-65CB-4CD8-8FAD-944AF28EC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8025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755B4-47F1-E8ED-3B15-771AAE10A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3E9D32-D750-DF89-FE8B-D05A836883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A44198-4D80-B6F6-5C79-397FF122F0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189B48-2B22-6EB4-9DB9-AF8C6F6A7A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7995B1-9BF3-4787-CFE4-D3E98370DE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D4078F-421E-BAC0-65E5-721E37731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D36B4-64E1-4265-9A54-2502BD81409F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2FE2E0-BF3C-4BD7-7C80-4A2687894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6A33C7-DF25-0433-3C96-C29196BE1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8FF64-65CB-4CD8-8FAD-944AF28EC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0408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6F579-1DBD-9593-EA4E-76FF28D41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CFB285-FB87-90D8-6AA1-609B90124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D36B4-64E1-4265-9A54-2502BD81409F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F34A40-D7F2-3A6F-6BA6-D715A163C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DEBBC2-0BA1-48CE-5199-DAA7398E9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8FF64-65CB-4CD8-8FAD-944AF28EC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5244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279529-9798-CF73-7B78-3DDA01F7D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D36B4-64E1-4265-9A54-2502BD81409F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C990C9-2AA6-27EF-EC29-8234482AB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A072CF-9113-729D-8C49-4E5410396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8FF64-65CB-4CD8-8FAD-944AF28EC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6723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1E460-C261-CDCA-2C73-0A0159063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0BA08-2CA4-F326-7631-A88AA4EF8C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09CA01-22C2-0927-9F12-5AC037F496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30A326-681E-30F2-7745-179F2DC52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D36B4-64E1-4265-9A54-2502BD81409F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D9996C-50C0-EC3C-9636-2453600CD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D4AF86-D1E7-D439-EAD0-436AD8E5A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8FF64-65CB-4CD8-8FAD-944AF28EC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059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ECB86-AA50-F32A-25C0-A310CE839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BC3ECE-6035-F506-DC66-20AA65ED51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F6F96D-3A46-F6BC-AE0D-C45F13388F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C99126-9C1D-5C94-7C76-EAE7F89CC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D36B4-64E1-4265-9A54-2502BD81409F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67F66D-AAB2-F780-9B46-9E142D4E4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11720D-AC8C-9524-1807-9302AD1AC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8FF64-65CB-4CD8-8FAD-944AF28EC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52812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6E747-E9B2-7745-6CEA-1F1ED3064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2F50EE-8388-263A-B800-6F375E8128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CA088F-C9FA-3D36-355B-2B5AD8C2E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D36B4-64E1-4265-9A54-2502BD81409F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5C3FD0-13A5-046C-FB1E-D4DF9B3F9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D8E715-8B34-5ACA-2853-C69B227A3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8FF64-65CB-4CD8-8FAD-944AF28EC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2809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5B02D5-5117-09F5-91F0-32EE46A192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33DBDB-334D-7981-D150-257DE0056D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B8036E-A6CA-3D47-0782-1320061A5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D36B4-64E1-4265-9A54-2502BD81409F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B56EC9-BEEA-EC31-E8CA-1769F27EE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F428F4-CEEC-E69E-1D31-AE344A2EB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8FF64-65CB-4CD8-8FAD-944AF28EC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7318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CD47C8-18BD-E647-3186-699C25293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65E0A1-4225-1024-0F26-441AF2B859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2266F8-6B4E-01DB-9836-AE28D7E419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5D36B4-64E1-4265-9A54-2502BD81409F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3E3CC1-E99D-7201-1E17-7953940664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D5CEA-B532-AA9F-5554-D7BB56C3CD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58FF64-65CB-4CD8-8FAD-944AF28EC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0334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developer.chrome.com/docs/chromedriver/downloads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customXml" Target="../ink/ink7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customXml" Target="../ink/ink6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0" Type="http://schemas.openxmlformats.org/officeDocument/2006/relationships/image" Target="../media/image12.png"/><Relationship Id="rId4" Type="http://schemas.openxmlformats.org/officeDocument/2006/relationships/image" Target="../media/image9.png"/><Relationship Id="rId9" Type="http://schemas.openxmlformats.org/officeDocument/2006/relationships/customXml" Target="../ink/ink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F2A0C5A-70D3-785E-A8F7-455E378FFCCC}"/>
              </a:ext>
            </a:extLst>
          </p:cNvPr>
          <p:cNvSpPr txBox="1"/>
          <p:nvPr/>
        </p:nvSpPr>
        <p:spPr>
          <a:xfrm>
            <a:off x="1924216" y="397565"/>
            <a:ext cx="8173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Arial Black" panose="020B0A04020102020204" pitchFamily="34" charset="0"/>
              </a:rPr>
              <a:t>INSTALLATION AND MIGRATION PROCEDURES</a:t>
            </a:r>
            <a:endParaRPr lang="en-IN" sz="2400" b="1" dirty="0">
              <a:latin typeface="Arial Black" panose="020B0A04020102020204" pitchFamily="34" charset="0"/>
            </a:endParaRP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F676A85-62A3-214A-9DA0-482B235947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45" y="2234316"/>
            <a:ext cx="6705812" cy="36067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C00B29A-180A-1363-EC6C-406D1A591DAB}"/>
              </a:ext>
            </a:extLst>
          </p:cNvPr>
          <p:cNvSpPr txBox="1"/>
          <p:nvPr/>
        </p:nvSpPr>
        <p:spPr>
          <a:xfrm>
            <a:off x="246490" y="1105231"/>
            <a:ext cx="61304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STEP 1:</a:t>
            </a:r>
            <a:br>
              <a:rPr lang="en-US" dirty="0"/>
            </a:br>
            <a:r>
              <a:rPr lang="en-US" dirty="0"/>
              <a:t>Move the </a:t>
            </a:r>
            <a:r>
              <a:rPr lang="en-US" dirty="0" err="1"/>
              <a:t>AttendanceAutomation</a:t>
            </a:r>
            <a:r>
              <a:rPr lang="en-US" dirty="0"/>
              <a:t> Folder to the respective device and ensure to store it in exact same path.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6293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A05980-6EDF-A294-64B2-5560E456D85C}"/>
              </a:ext>
            </a:extLst>
          </p:cNvPr>
          <p:cNvSpPr txBox="1"/>
          <p:nvPr/>
        </p:nvSpPr>
        <p:spPr>
          <a:xfrm>
            <a:off x="103367" y="254442"/>
            <a:ext cx="61304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STEP 2:</a:t>
            </a:r>
            <a:br>
              <a:rPr lang="en-US" dirty="0"/>
            </a:br>
            <a:r>
              <a:rPr lang="en-US" dirty="0"/>
              <a:t>Create an folder of your own naming interests </a:t>
            </a:r>
            <a:r>
              <a:rPr lang="en-US" dirty="0" err="1"/>
              <a:t>eg.</a:t>
            </a:r>
            <a:r>
              <a:rPr lang="en-US" dirty="0"/>
              <a:t> </a:t>
            </a:r>
            <a:r>
              <a:rPr lang="en-US" dirty="0" err="1"/>
              <a:t>chromedata</a:t>
            </a:r>
            <a:r>
              <a:rPr lang="en-US" dirty="0"/>
              <a:t> instead of </a:t>
            </a:r>
            <a:r>
              <a:rPr lang="en-US" dirty="0" err="1">
                <a:solidFill>
                  <a:srgbClr val="FF0000"/>
                </a:solidFill>
              </a:rPr>
              <a:t>chrome_user_data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and make sure to create this folder in the respective path.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123665E-BAD7-9F81-314C-5060958CA2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7" y="1843729"/>
            <a:ext cx="7053723" cy="4409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351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A45947-71AC-7F81-569E-CB500AD688F5}"/>
              </a:ext>
            </a:extLst>
          </p:cNvPr>
          <p:cNvSpPr txBox="1"/>
          <p:nvPr/>
        </p:nvSpPr>
        <p:spPr>
          <a:xfrm>
            <a:off x="103367" y="254442"/>
            <a:ext cx="668704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STEP 3:</a:t>
            </a:r>
            <a:br>
              <a:rPr lang="en-US" sz="1600" dirty="0"/>
            </a:br>
            <a:r>
              <a:rPr lang="en-US" sz="1600" dirty="0"/>
              <a:t>INSTALL </a:t>
            </a:r>
            <a:r>
              <a:rPr lang="en-US" sz="1600" dirty="0" err="1"/>
              <a:t>Chromedriver</a:t>
            </a:r>
            <a:r>
              <a:rPr lang="en-US" sz="1600" dirty="0"/>
              <a:t> from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hlinkClick r:id="rId2"/>
              </a:rPr>
              <a:t>https://developer.chrome.com/docs/chromedriver/downloads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Click on chrome version 115+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Then click on Stable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Choose the binary and platform according to your system configuration</a:t>
            </a:r>
            <a:br>
              <a:rPr lang="en-US" sz="1600" dirty="0"/>
            </a:br>
            <a:r>
              <a:rPr lang="en-US" sz="1600" dirty="0" err="1"/>
              <a:t>eg.based</a:t>
            </a:r>
            <a:r>
              <a:rPr lang="en-US" sz="1600" dirty="0"/>
              <a:t> on bits(64bits or 32 bits).Copy the link and paste it in new tab</a:t>
            </a:r>
            <a:br>
              <a:rPr lang="en-US" sz="1600" dirty="0"/>
            </a:br>
            <a:r>
              <a:rPr lang="en-US" sz="1600" dirty="0"/>
              <a:t>and </a:t>
            </a:r>
            <a:r>
              <a:rPr lang="en-US" sz="1600" dirty="0" err="1"/>
              <a:t>chromdriver</a:t>
            </a:r>
            <a:r>
              <a:rPr lang="en-US" sz="1600" dirty="0"/>
              <a:t> will begin installing immediately.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NOTE: </a:t>
            </a:r>
            <a:r>
              <a:rPr lang="en-US" sz="1600" dirty="0">
                <a:solidFill>
                  <a:srgbClr val="C00000"/>
                </a:solidFill>
              </a:rPr>
              <a:t>ONCE THE CHROMEDRIVER IS INSTALLED EXTRACT THE ENTIRE FOLDER AND NEXT STEP NAVIGATE INSIDE THE EXTRACTED FOLDER AND YOU WILL FIND AND </a:t>
            </a:r>
            <a:r>
              <a:rPr lang="en-US" sz="1600" dirty="0" err="1">
                <a:solidFill>
                  <a:srgbClr val="C00000"/>
                </a:solidFill>
              </a:rPr>
              <a:t>extenstion</a:t>
            </a:r>
            <a:r>
              <a:rPr lang="en-US" sz="1600" dirty="0">
                <a:solidFill>
                  <a:srgbClr val="C00000"/>
                </a:solidFill>
              </a:rPr>
              <a:t> as chromedriver.exe copy that and store it in its appropriate path</a:t>
            </a:r>
            <a:br>
              <a:rPr lang="en-US" sz="1600" dirty="0">
                <a:solidFill>
                  <a:srgbClr val="C00000"/>
                </a:solidFill>
              </a:rPr>
            </a:br>
            <a:r>
              <a:rPr lang="en-US" sz="1600" b="1" dirty="0">
                <a:solidFill>
                  <a:srgbClr val="C00000"/>
                </a:solidFill>
              </a:rPr>
              <a:t>REFER WITH SLIDE 4 FOR THE PATH</a:t>
            </a:r>
            <a:br>
              <a:rPr lang="en-US" sz="1600" b="1" dirty="0"/>
            </a:br>
            <a:endParaRPr lang="en-US" sz="1600" b="1" dirty="0"/>
          </a:p>
          <a:p>
            <a:endParaRPr lang="en-IN" sz="1600" dirty="0">
              <a:solidFill>
                <a:srgbClr val="FF0000"/>
              </a:solidFill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E1A4DB8-3324-A136-6732-B64C1253B1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7400" y="4176423"/>
            <a:ext cx="3976690" cy="2427135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89E448B-B0BF-2538-A4A0-D9A44DB073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7747" y="1356110"/>
            <a:ext cx="4239724" cy="2650934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CC421D9-6BA6-99F0-E1F9-055F18C9C3E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8667" y="4176423"/>
            <a:ext cx="4317885" cy="260206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FB0CE3E-B989-621B-4440-A8D2FED46FD6}"/>
              </a:ext>
            </a:extLst>
          </p:cNvPr>
          <p:cNvSpPr txBox="1"/>
          <p:nvPr/>
        </p:nvSpPr>
        <p:spPr>
          <a:xfrm>
            <a:off x="2582492" y="4176423"/>
            <a:ext cx="596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BB9A36-FE26-4D15-4CD0-43C487D17DEF}"/>
              </a:ext>
            </a:extLst>
          </p:cNvPr>
          <p:cNvSpPr txBox="1"/>
          <p:nvPr/>
        </p:nvSpPr>
        <p:spPr>
          <a:xfrm>
            <a:off x="7346666" y="1362437"/>
            <a:ext cx="596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A57B98-CD13-8174-9EDF-551B2319BA62}"/>
              </a:ext>
            </a:extLst>
          </p:cNvPr>
          <p:cNvSpPr txBox="1"/>
          <p:nvPr/>
        </p:nvSpPr>
        <p:spPr>
          <a:xfrm>
            <a:off x="7314522" y="4246122"/>
            <a:ext cx="596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1747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1B765A-C414-DA5B-1923-A5ED82A86BC9}"/>
              </a:ext>
            </a:extLst>
          </p:cNvPr>
          <p:cNvSpPr txBox="1"/>
          <p:nvPr/>
        </p:nvSpPr>
        <p:spPr>
          <a:xfrm>
            <a:off x="238539" y="318052"/>
            <a:ext cx="54466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STEP4</a:t>
            </a:r>
            <a:r>
              <a:rPr lang="en-US" dirty="0"/>
              <a:t>: CHROMEDRIVER PATH</a:t>
            </a:r>
            <a:br>
              <a:rPr lang="en-US" dirty="0"/>
            </a:br>
            <a:r>
              <a:rPr lang="en-US" dirty="0"/>
              <a:t>Be sure to store the chromedriver.exe in this path</a:t>
            </a:r>
            <a:endParaRPr lang="en-IN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2F9AA03-9C2F-1612-A0A6-356909CEC7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539" y="1184744"/>
            <a:ext cx="7817558" cy="4822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132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538536-0DE9-5F8D-4BBC-7CE3BA4DFF29}"/>
              </a:ext>
            </a:extLst>
          </p:cNvPr>
          <p:cNvSpPr txBox="1"/>
          <p:nvPr/>
        </p:nvSpPr>
        <p:spPr>
          <a:xfrm>
            <a:off x="238539" y="318052"/>
            <a:ext cx="544664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b="1" dirty="0"/>
              <a:t>STEP 5</a:t>
            </a:r>
            <a:r>
              <a:rPr lang="en-US" dirty="0"/>
              <a:t>: Download python</a:t>
            </a:r>
          </a:p>
          <a:p>
            <a:pPr lvl="0"/>
            <a:br>
              <a:rPr lang="en-US" dirty="0"/>
            </a:b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endParaRPr lang="en-IN" dirty="0"/>
          </a:p>
        </p:txBody>
      </p:sp>
      <p:pic>
        <p:nvPicPr>
          <p:cNvPr id="17" name="Picture 16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FFEB51FA-244E-BC93-29F3-8859DFA09B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436" y="887243"/>
            <a:ext cx="5814564" cy="360457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395681E-256B-62BB-77D9-884C77B57C8E}"/>
              </a:ext>
            </a:extLst>
          </p:cNvPr>
          <p:cNvSpPr txBox="1"/>
          <p:nvPr/>
        </p:nvSpPr>
        <p:spPr>
          <a:xfrm>
            <a:off x="6631388" y="418116"/>
            <a:ext cx="4723074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python –version</a:t>
            </a:r>
          </a:p>
          <a:p>
            <a:br>
              <a:rPr lang="en-IN" dirty="0"/>
            </a:br>
            <a:r>
              <a:rPr lang="en-IN" dirty="0"/>
              <a:t>pip install pandas </a:t>
            </a:r>
            <a:r>
              <a:rPr lang="en-IN" dirty="0" err="1"/>
              <a:t>openpyxl</a:t>
            </a:r>
            <a:r>
              <a:rPr lang="en-IN" dirty="0"/>
              <a:t> </a:t>
            </a:r>
            <a:r>
              <a:rPr lang="en-IN" dirty="0" err="1"/>
              <a:t>xlrd</a:t>
            </a:r>
            <a:r>
              <a:rPr lang="en-IN" dirty="0"/>
              <a:t> selenium</a:t>
            </a:r>
            <a:br>
              <a:rPr lang="en-IN" dirty="0"/>
            </a:br>
            <a:endParaRPr lang="en-IN" dirty="0"/>
          </a:p>
          <a:p>
            <a:r>
              <a:rPr lang="en-IN" dirty="0"/>
              <a:t>pip install selenium </a:t>
            </a:r>
            <a:r>
              <a:rPr lang="en-IN" dirty="0" err="1"/>
              <a:t>pyperclip</a:t>
            </a:r>
            <a:br>
              <a:rPr lang="en-IN" dirty="0"/>
            </a:br>
            <a:endParaRPr lang="en-IN" dirty="0"/>
          </a:p>
          <a:p>
            <a:r>
              <a:rPr lang="en-US" dirty="0"/>
              <a:t>pip install pandas watchdog selenium </a:t>
            </a:r>
            <a:r>
              <a:rPr lang="en-US" dirty="0" err="1"/>
              <a:t>openpyxl</a:t>
            </a:r>
            <a:br>
              <a:rPr lang="en-US" dirty="0"/>
            </a:br>
            <a:endParaRPr lang="en-US" dirty="0"/>
          </a:p>
          <a:p>
            <a:r>
              <a:rPr lang="en-US" dirty="0"/>
              <a:t>pip install pandas </a:t>
            </a:r>
            <a:r>
              <a:rPr lang="en-US" dirty="0" err="1"/>
              <a:t>openpyxl</a:t>
            </a:r>
            <a:r>
              <a:rPr lang="en-US" dirty="0"/>
              <a:t> selenium watchdog</a:t>
            </a:r>
          </a:p>
          <a:p>
            <a:br>
              <a:rPr lang="en-US" dirty="0"/>
            </a:br>
            <a:r>
              <a:rPr lang="en-IN" dirty="0"/>
              <a:t>pip install selenium python-</a:t>
            </a:r>
            <a:r>
              <a:rPr lang="en-IN" dirty="0" err="1"/>
              <a:t>dateutil</a:t>
            </a:r>
            <a:r>
              <a:rPr lang="en-IN" dirty="0"/>
              <a:t> </a:t>
            </a:r>
            <a:r>
              <a:rPr lang="en-IN" dirty="0" err="1"/>
              <a:t>pyperclip</a:t>
            </a:r>
            <a:br>
              <a:rPr lang="en-IN" dirty="0"/>
            </a:br>
            <a:br>
              <a:rPr lang="en-IN" dirty="0"/>
            </a:br>
            <a:r>
              <a:rPr lang="en-IN" dirty="0"/>
              <a:t>pip install selenium python-</a:t>
            </a:r>
            <a:r>
              <a:rPr lang="en-IN" dirty="0" err="1"/>
              <a:t>dateutil</a:t>
            </a:r>
            <a:r>
              <a:rPr lang="en-IN" dirty="0"/>
              <a:t> </a:t>
            </a:r>
            <a:r>
              <a:rPr lang="en-IN" dirty="0" err="1"/>
              <a:t>psutil</a:t>
            </a:r>
            <a:r>
              <a:rPr lang="en-IN" dirty="0"/>
              <a:t> </a:t>
            </a:r>
            <a:r>
              <a:rPr lang="en-IN" dirty="0" err="1"/>
              <a:t>pyperclip</a:t>
            </a:r>
            <a:endParaRPr lang="en-IN" dirty="0"/>
          </a:p>
          <a:p>
            <a:br>
              <a:rPr lang="en-IN" dirty="0"/>
            </a:br>
            <a:r>
              <a:rPr lang="en-IN" dirty="0"/>
              <a:t>NOTE:USE THE BELOW 2 LINE CODE AND REPLACE IT IN THE WHATSAPP BOT CODE AT THE LAST LINE</a:t>
            </a:r>
            <a:br>
              <a:rPr lang="en-IN" dirty="0"/>
            </a:br>
            <a:r>
              <a:rPr lang="en-US" dirty="0"/>
              <a:t>if __name__ == "__main__":</a:t>
            </a:r>
          </a:p>
          <a:p>
            <a:r>
              <a:rPr lang="en-US" dirty="0"/>
              <a:t>    </a:t>
            </a:r>
            <a:r>
              <a:rPr lang="en-US" dirty="0" err="1"/>
              <a:t>run_bot</a:t>
            </a:r>
            <a:r>
              <a:rPr lang="en-US" dirty="0"/>
              <a:t>()</a:t>
            </a:r>
          </a:p>
          <a:p>
            <a:endParaRPr lang="en-US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6FA3A40-4498-DDBE-5DA3-6E1D08E4C204}"/>
              </a:ext>
            </a:extLst>
          </p:cNvPr>
          <p:cNvSpPr txBox="1"/>
          <p:nvPr/>
        </p:nvSpPr>
        <p:spPr>
          <a:xfrm>
            <a:off x="281436" y="5367131"/>
            <a:ext cx="6154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After installation make sure to store python.exe in the disk D</a:t>
            </a:r>
            <a:endParaRPr lang="en-IN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03454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14E123A-D0A2-FF30-5B25-9FEE0FA3C3EB}"/>
              </a:ext>
            </a:extLst>
          </p:cNvPr>
          <p:cNvSpPr txBox="1"/>
          <p:nvPr/>
        </p:nvSpPr>
        <p:spPr>
          <a:xfrm>
            <a:off x="159026" y="135172"/>
            <a:ext cx="544664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b="1" dirty="0"/>
              <a:t>STEP 6</a:t>
            </a:r>
            <a:r>
              <a:rPr lang="en-US" dirty="0"/>
              <a:t>: PATH CHECKING</a:t>
            </a:r>
            <a:br>
              <a:rPr lang="en-US" dirty="0"/>
            </a:br>
            <a:r>
              <a:rPr lang="en-US" dirty="0"/>
              <a:t>CHECK THE PATH AND SET THE SAME ACCORDING TO THE IMAGE  </a:t>
            </a:r>
            <a:br>
              <a:rPr lang="en-US" dirty="0"/>
            </a:br>
            <a:endParaRPr lang="en-US" dirty="0"/>
          </a:p>
          <a:p>
            <a:pPr lvl="0"/>
            <a:br>
              <a:rPr lang="en-US" dirty="0"/>
            </a:b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endParaRPr lang="en-IN" dirty="0"/>
          </a:p>
        </p:txBody>
      </p:sp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A44FABE4-FA3F-BA9F-0D00-6B911D70B1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9477" y="1333714"/>
            <a:ext cx="8824579" cy="496378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812BEE28-A8F1-2297-5958-B4EC92B8AAD9}"/>
                  </a:ext>
                </a:extLst>
              </p14:cNvPr>
              <p14:cNvContentPartPr/>
              <p14:nvPr/>
            </p14:nvContentPartPr>
            <p14:xfrm>
              <a:off x="1717357" y="2567739"/>
              <a:ext cx="5949360" cy="7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812BEE28-A8F1-2297-5958-B4EC92B8AAD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10877" y="2555499"/>
                <a:ext cx="596160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1A242181-436A-7E4F-1C41-B572D79FA018}"/>
                  </a:ext>
                </a:extLst>
              </p14:cNvPr>
              <p14:cNvContentPartPr/>
              <p14:nvPr/>
            </p14:nvContentPartPr>
            <p14:xfrm>
              <a:off x="7688677" y="2567739"/>
              <a:ext cx="360" cy="10738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1A242181-436A-7E4F-1C41-B572D79FA01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682557" y="2561619"/>
                <a:ext cx="12600" cy="108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6EE70F8A-6373-D303-3D12-A4993939B879}"/>
                  </a:ext>
                </a:extLst>
              </p14:cNvPr>
              <p14:cNvContentPartPr/>
              <p14:nvPr/>
            </p14:nvContentPartPr>
            <p14:xfrm>
              <a:off x="7688677" y="3641619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6EE70F8A-6373-D303-3D12-A4993939B87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682557" y="3635499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D25D9CB5-B6C7-3399-D1FE-C650B75226EA}"/>
                  </a:ext>
                </a:extLst>
              </p14:cNvPr>
              <p14:cNvContentPartPr/>
              <p14:nvPr/>
            </p14:nvContentPartPr>
            <p14:xfrm>
              <a:off x="1669477" y="3609579"/>
              <a:ext cx="6028200" cy="7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D25D9CB5-B6C7-3399-D1FE-C650B75226E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663357" y="3596619"/>
                <a:ext cx="604044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F2AC4A88-00BE-1DF1-2161-870783F8935B}"/>
                  </a:ext>
                </a:extLst>
              </p14:cNvPr>
              <p14:cNvContentPartPr/>
              <p14:nvPr/>
            </p14:nvContentPartPr>
            <p14:xfrm>
              <a:off x="556357" y="2210259"/>
              <a:ext cx="36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F2AC4A88-00BE-1DF1-2161-870783F8935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50237" y="2204139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F1F91C4D-91C4-274B-B185-A0DEC981CB6E}"/>
                  </a:ext>
                </a:extLst>
              </p14:cNvPr>
              <p14:cNvContentPartPr/>
              <p14:nvPr/>
            </p14:nvContentPartPr>
            <p14:xfrm>
              <a:off x="9374557" y="2234019"/>
              <a:ext cx="360" cy="3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F1F91C4D-91C4-274B-B185-A0DEC981CB6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368437" y="2227899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A00CB7C7-BD91-12F6-7C00-D94EFE950D7E}"/>
                  </a:ext>
                </a:extLst>
              </p14:cNvPr>
              <p14:cNvContentPartPr/>
              <p14:nvPr/>
            </p14:nvContentPartPr>
            <p14:xfrm>
              <a:off x="8269357" y="1931979"/>
              <a:ext cx="360" cy="3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A00CB7C7-BD91-12F6-7C00-D94EFE950D7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263237" y="1925859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710337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A8C325-0F0C-6B63-CCA6-9ABD7D76819A}"/>
              </a:ext>
            </a:extLst>
          </p:cNvPr>
          <p:cNvSpPr txBox="1"/>
          <p:nvPr/>
        </p:nvSpPr>
        <p:spPr>
          <a:xfrm>
            <a:off x="159025" y="135172"/>
            <a:ext cx="902473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b="1" dirty="0"/>
              <a:t>STEP 7: SETTING UP WATCH DOG</a:t>
            </a:r>
            <a:br>
              <a:rPr lang="en-US" b="1" dirty="0"/>
            </a:br>
            <a:endParaRPr lang="en-US" b="1" dirty="0"/>
          </a:p>
          <a:p>
            <a:r>
              <a:rPr lang="en-US" b="1" dirty="0"/>
              <a:t>Batch File for Auto Start</a:t>
            </a:r>
          </a:p>
          <a:p>
            <a:r>
              <a:rPr lang="en-US" b="1" dirty="0"/>
              <a:t>start_watcher.bat</a:t>
            </a:r>
            <a:br>
              <a:rPr lang="en-US" b="1" dirty="0"/>
            </a:br>
            <a:endParaRPr lang="en-US" b="1" dirty="0"/>
          </a:p>
          <a:p>
            <a:r>
              <a:rPr lang="en-US" dirty="0"/>
              <a:t>Press windows key +R</a:t>
            </a:r>
            <a:br>
              <a:rPr lang="en-US" dirty="0"/>
            </a:br>
            <a:r>
              <a:rPr lang="en-US" dirty="0" err="1"/>
              <a:t>shell:startup</a:t>
            </a:r>
            <a:br>
              <a:rPr lang="en-US" dirty="0"/>
            </a:br>
            <a:r>
              <a:rPr lang="en-US" dirty="0"/>
              <a:t>IT WILL OPEN AN FOLDER  now  PLACE THE start_watcher.bat</a:t>
            </a:r>
          </a:p>
          <a:p>
            <a:pPr lvl="0"/>
            <a:br>
              <a:rPr lang="en-US" b="1" dirty="0"/>
            </a:br>
            <a:endParaRPr lang="en-US" dirty="0"/>
          </a:p>
          <a:p>
            <a:pPr lvl="0"/>
            <a:r>
              <a:rPr lang="en-US" b="1" dirty="0"/>
              <a:t> </a:t>
            </a:r>
            <a:br>
              <a:rPr lang="en-US" dirty="0"/>
            </a:br>
            <a:endParaRPr lang="en-US" dirty="0"/>
          </a:p>
          <a:p>
            <a:pPr lvl="0"/>
            <a:br>
              <a:rPr lang="en-US" dirty="0"/>
            </a:b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17820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E3A68B-E6A2-26F0-8AFC-5407ABA25CBB}"/>
              </a:ext>
            </a:extLst>
          </p:cNvPr>
          <p:cNvSpPr txBox="1"/>
          <p:nvPr/>
        </p:nvSpPr>
        <p:spPr>
          <a:xfrm>
            <a:off x="453224" y="508883"/>
            <a:ext cx="90485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NOTE: IF NOT ABLE TO INSTALL PLEASE DO CHECK THE INSTALLATION VIDEO IN THE </a:t>
            </a:r>
            <a:r>
              <a:rPr lang="en-US" dirty="0" err="1">
                <a:solidFill>
                  <a:srgbClr val="C00000"/>
                </a:solidFill>
              </a:rPr>
              <a:t>AttendanceAutomation</a:t>
            </a:r>
            <a:r>
              <a:rPr lang="en-US" dirty="0">
                <a:solidFill>
                  <a:srgbClr val="C00000"/>
                </a:solidFill>
              </a:rPr>
              <a:t> Folder for further integration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1EA9C0-703C-1660-D896-6981CA77770F}"/>
              </a:ext>
            </a:extLst>
          </p:cNvPr>
          <p:cNvSpPr txBox="1"/>
          <p:nvPr/>
        </p:nvSpPr>
        <p:spPr>
          <a:xfrm>
            <a:off x="56984" y="1408706"/>
            <a:ext cx="612913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BOT IMPLEMENTATIONS :</a:t>
            </a:r>
            <a:br>
              <a:rPr lang="en-US" dirty="0">
                <a:solidFill>
                  <a:srgbClr val="C00000"/>
                </a:solidFill>
              </a:rPr>
            </a:br>
            <a:r>
              <a:rPr lang="en-US" dirty="0">
                <a:solidFill>
                  <a:srgbClr val="C00000"/>
                </a:solidFill>
              </a:rPr>
              <a:t>C:\AttendanceAutomation\</a:t>
            </a:r>
          </a:p>
          <a:p>
            <a:r>
              <a:rPr lang="en-US" dirty="0">
                <a:solidFill>
                  <a:srgbClr val="C00000"/>
                </a:solidFill>
              </a:rPr>
              <a:t>│</a:t>
            </a:r>
          </a:p>
          <a:p>
            <a:r>
              <a:rPr lang="en-US" dirty="0">
                <a:solidFill>
                  <a:srgbClr val="C00000"/>
                </a:solidFill>
              </a:rPr>
              <a:t>├── whatsapp_bot.py</a:t>
            </a:r>
          </a:p>
          <a:p>
            <a:r>
              <a:rPr lang="en-US" dirty="0">
                <a:solidFill>
                  <a:srgbClr val="C00000"/>
                </a:solidFill>
              </a:rPr>
              <a:t>├── supervisor.py</a:t>
            </a:r>
          </a:p>
          <a:p>
            <a:r>
              <a:rPr lang="en-US" dirty="0">
                <a:solidFill>
                  <a:srgbClr val="C00000"/>
                </a:solidFill>
              </a:rPr>
              <a:t>├── watcher.py</a:t>
            </a:r>
          </a:p>
          <a:p>
            <a:r>
              <a:rPr lang="en-US" dirty="0">
                <a:solidFill>
                  <a:srgbClr val="C00000"/>
                </a:solidFill>
              </a:rPr>
              <a:t>├── start_bot.bat</a:t>
            </a:r>
          </a:p>
          <a:p>
            <a:r>
              <a:rPr lang="en-US" dirty="0">
                <a:solidFill>
                  <a:srgbClr val="C00000"/>
                </a:solidFill>
              </a:rPr>
              <a:t>├── run_supervisor.bat</a:t>
            </a:r>
          </a:p>
          <a:p>
            <a:r>
              <a:rPr lang="en-US" dirty="0">
                <a:solidFill>
                  <a:srgbClr val="C00000"/>
                </a:solidFill>
              </a:rPr>
              <a:t>├── pause_bot.py</a:t>
            </a:r>
          </a:p>
          <a:p>
            <a:r>
              <a:rPr lang="en-US" dirty="0">
                <a:solidFill>
                  <a:srgbClr val="C00000"/>
                </a:solidFill>
              </a:rPr>
              <a:t>├── resume_bot.py</a:t>
            </a:r>
          </a:p>
          <a:p>
            <a:r>
              <a:rPr lang="en-US" dirty="0">
                <a:solidFill>
                  <a:srgbClr val="C00000"/>
                </a:solidFill>
              </a:rPr>
              <a:t>├── watcher_startup.bat</a:t>
            </a:r>
          </a:p>
          <a:p>
            <a:r>
              <a:rPr lang="en-US" dirty="0">
                <a:solidFill>
                  <a:srgbClr val="C00000"/>
                </a:solidFill>
              </a:rPr>
              <a:t>├── start_bot_startup.bat</a:t>
            </a:r>
          </a:p>
          <a:p>
            <a:r>
              <a:rPr lang="en-US" dirty="0">
                <a:solidFill>
                  <a:srgbClr val="C00000"/>
                </a:solidFill>
              </a:rPr>
              <a:t>├── Backup\               # (contains attendance backup .txt files)</a:t>
            </a:r>
          </a:p>
          <a:p>
            <a:r>
              <a:rPr lang="en-US" dirty="0">
                <a:solidFill>
                  <a:srgbClr val="C00000"/>
                </a:solidFill>
              </a:rPr>
              <a:t>└── Logs\                 # (optional for cleaner logging)</a:t>
            </a:r>
          </a:p>
          <a:p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6B6D59-0831-D0DE-53CC-C0516831A59A}"/>
              </a:ext>
            </a:extLst>
          </p:cNvPr>
          <p:cNvSpPr txBox="1"/>
          <p:nvPr/>
        </p:nvSpPr>
        <p:spPr>
          <a:xfrm>
            <a:off x="6691023" y="1512073"/>
            <a:ext cx="550097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PACKAGES TO INSTALL</a:t>
            </a:r>
          </a:p>
          <a:p>
            <a:br>
              <a:rPr lang="en-US" dirty="0">
                <a:solidFill>
                  <a:srgbClr val="C00000"/>
                </a:solidFill>
              </a:rPr>
            </a:br>
            <a:r>
              <a:rPr lang="en-US" dirty="0">
                <a:solidFill>
                  <a:srgbClr val="C00000"/>
                </a:solidFill>
              </a:rPr>
              <a:t>pip install selenium </a:t>
            </a:r>
            <a:r>
              <a:rPr lang="en-US" dirty="0" err="1">
                <a:solidFill>
                  <a:srgbClr val="C00000"/>
                </a:solidFill>
              </a:rPr>
              <a:t>pyperclip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psutil</a:t>
            </a:r>
            <a:r>
              <a:rPr lang="en-US" dirty="0">
                <a:solidFill>
                  <a:srgbClr val="C00000"/>
                </a:solidFill>
              </a:rPr>
              <a:t> python-</a:t>
            </a:r>
            <a:r>
              <a:rPr lang="en-US" dirty="0" err="1">
                <a:solidFill>
                  <a:srgbClr val="C00000"/>
                </a:solidFill>
              </a:rPr>
              <a:t>dateutil</a:t>
            </a:r>
            <a:endParaRPr lang="en-US" dirty="0">
              <a:solidFill>
                <a:srgbClr val="C00000"/>
              </a:solidFill>
            </a:endParaRPr>
          </a:p>
          <a:p>
            <a:endParaRPr lang="en-US" dirty="0">
              <a:solidFill>
                <a:srgbClr val="C00000"/>
              </a:solidFill>
            </a:endParaRPr>
          </a:p>
          <a:p>
            <a:r>
              <a:rPr lang="en-US" dirty="0">
                <a:solidFill>
                  <a:srgbClr val="C00000"/>
                </a:solidFill>
              </a:rPr>
              <a:t>pip install </a:t>
            </a:r>
            <a:r>
              <a:rPr lang="en-US" dirty="0" err="1">
                <a:solidFill>
                  <a:srgbClr val="C00000"/>
                </a:solidFill>
              </a:rPr>
              <a:t>pyzk</a:t>
            </a:r>
            <a:endParaRPr lang="en-US" dirty="0">
              <a:solidFill>
                <a:srgbClr val="C00000"/>
              </a:solidFill>
            </a:endParaRPr>
          </a:p>
          <a:p>
            <a:endParaRPr lang="en-US" dirty="0">
              <a:solidFill>
                <a:srgbClr val="C00000"/>
              </a:solidFill>
            </a:endParaRPr>
          </a:p>
          <a:p>
            <a:r>
              <a:rPr lang="en-US" dirty="0">
                <a:solidFill>
                  <a:srgbClr val="C00000"/>
                </a:solidFill>
              </a:rPr>
              <a:t>pip install </a:t>
            </a:r>
            <a:r>
              <a:rPr lang="en-US" dirty="0" err="1">
                <a:solidFill>
                  <a:srgbClr val="C00000"/>
                </a:solidFill>
              </a:rPr>
              <a:t>openpyxl</a:t>
            </a:r>
            <a:endParaRPr lang="en-US" dirty="0">
              <a:solidFill>
                <a:srgbClr val="C00000"/>
              </a:solidFill>
            </a:endParaRPr>
          </a:p>
          <a:p>
            <a:endParaRPr lang="en-US" dirty="0">
              <a:solidFill>
                <a:srgbClr val="C00000"/>
              </a:solidFill>
            </a:endParaRPr>
          </a:p>
          <a:p>
            <a:r>
              <a:rPr lang="en-US" dirty="0">
                <a:solidFill>
                  <a:srgbClr val="C00000"/>
                </a:solidFill>
              </a:rPr>
              <a:t>pip install pillow</a:t>
            </a:r>
            <a:br>
              <a:rPr lang="en-US" dirty="0">
                <a:solidFill>
                  <a:srgbClr val="C00000"/>
                </a:solidFill>
              </a:rPr>
            </a:br>
            <a:endParaRPr lang="en-US" dirty="0">
              <a:solidFill>
                <a:srgbClr val="C00000"/>
              </a:solidFill>
            </a:endParaRPr>
          </a:p>
          <a:p>
            <a:endParaRPr lang="en-US" dirty="0">
              <a:solidFill>
                <a:srgbClr val="C00000"/>
              </a:solidFill>
            </a:endParaRPr>
          </a:p>
          <a:p>
            <a:r>
              <a:rPr lang="en-US" dirty="0">
                <a:solidFill>
                  <a:srgbClr val="C00000"/>
                </a:solidFill>
              </a:rPr>
              <a:t>NOTE:REMEMBER THAT WE HAVE TO SETUP TASK SCHEDULER FOR SUPERVISOR</a:t>
            </a:r>
          </a:p>
        </p:txBody>
      </p:sp>
    </p:spTree>
    <p:extLst>
      <p:ext uri="{BB962C8B-B14F-4D97-AF65-F5344CB8AC3E}">
        <p14:creationId xmlns:p14="http://schemas.microsoft.com/office/powerpoint/2010/main" val="11671116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D410F1-F9B7-6433-D28F-57D5E709BD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70" y="72194"/>
            <a:ext cx="3241375" cy="24801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0411FC0-C50E-3B13-D28C-9653DD4A44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964" y="2718986"/>
            <a:ext cx="3070785" cy="23228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33C7089-360D-536B-5580-BDA0BB9B8D48}"/>
              </a:ext>
            </a:extLst>
          </p:cNvPr>
          <p:cNvSpPr txBox="1"/>
          <p:nvPr/>
        </p:nvSpPr>
        <p:spPr>
          <a:xfrm>
            <a:off x="7150785" y="206734"/>
            <a:ext cx="3729162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C:\Windows\System32\cmd.exe</a:t>
            </a:r>
            <a:br>
              <a:rPr lang="en-US" sz="1100" dirty="0"/>
            </a:br>
            <a:br>
              <a:rPr lang="en-US" sz="1100" dirty="0"/>
            </a:br>
            <a:r>
              <a:rPr lang="en-US" sz="1100" dirty="0"/>
              <a:t>/c "C:\AttendanceAutomation\run_supervisor.bat“</a:t>
            </a:r>
            <a:br>
              <a:rPr lang="en-US" sz="1100" dirty="0"/>
            </a:br>
            <a:endParaRPr lang="en-US" sz="1100" dirty="0"/>
          </a:p>
          <a:p>
            <a:r>
              <a:rPr lang="en-IN" sz="1100" dirty="0"/>
              <a:t>C:\AttendanceAutomation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BE14CF9-B7A1-79A7-53D5-4D3C46E04F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8909" y="72194"/>
            <a:ext cx="3553012" cy="361824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429A9E7-8FBB-608A-8070-666C12B87A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8909" y="4008288"/>
            <a:ext cx="3070785" cy="206714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BFED1DC-3235-AE8D-A6E2-68C0FD4D7E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1312" y="4008288"/>
            <a:ext cx="3398131" cy="2559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7879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523</Words>
  <Application>Microsoft Office PowerPoint</Application>
  <PresentationFormat>Widescreen</PresentationFormat>
  <Paragraphs>64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Niswanth T</dc:creator>
  <cp:lastModifiedBy>younus yy</cp:lastModifiedBy>
  <cp:revision>11</cp:revision>
  <dcterms:created xsi:type="dcterms:W3CDTF">2025-08-08T16:54:32Z</dcterms:created>
  <dcterms:modified xsi:type="dcterms:W3CDTF">2026-03-13T12:46:27Z</dcterms:modified>
</cp:coreProperties>
</file>